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c8976ca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c8976ca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c8976ca0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c8976ca0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c8976ca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c8976ca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 Hackathon 2K19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56525" y="333500"/>
            <a:ext cx="8709300" cy="459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4"/>
          <p:cNvSpPr txBox="1"/>
          <p:nvPr/>
        </p:nvSpPr>
        <p:spPr>
          <a:xfrm>
            <a:off x="3078400" y="705475"/>
            <a:ext cx="3322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Cambria"/>
                <a:ea typeface="Cambria"/>
                <a:cs typeface="Cambria"/>
                <a:sym typeface="Cambria"/>
              </a:rPr>
              <a:t>Idea Approach Details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29060" y="1449425"/>
            <a:ext cx="20139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mbria"/>
                <a:ea typeface="Cambria"/>
                <a:cs typeface="Cambria"/>
                <a:sym typeface="Cambria"/>
              </a:rPr>
              <a:t>Team Name:</a:t>
            </a:r>
            <a:endParaRPr sz="18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175700" y="2127725"/>
            <a:ext cx="2449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lang="en-IN" sz="1800" b="1" dirty="0">
                <a:latin typeface="Cambria"/>
                <a:ea typeface="Cambria"/>
                <a:cs typeface="Cambria"/>
                <a:sym typeface="Cambria"/>
              </a:rPr>
              <a:t>Code</a:t>
            </a:r>
            <a:r>
              <a:rPr lang="en" sz="1800" b="1" dirty="0">
                <a:latin typeface="Cambria"/>
                <a:ea typeface="Cambria"/>
                <a:cs typeface="Cambria"/>
                <a:sym typeface="Cambria"/>
              </a:rPr>
              <a:t>:</a:t>
            </a:r>
            <a:endParaRPr sz="18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38700" y="2780375"/>
            <a:ext cx="2449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Cambria"/>
                <a:ea typeface="Cambria"/>
                <a:cs typeface="Cambria"/>
                <a:sym typeface="Cambria"/>
              </a:rPr>
              <a:t>Team Leader Name: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203575" y="2780375"/>
            <a:ext cx="20139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Cambria"/>
                <a:ea typeface="Cambria"/>
                <a:cs typeface="Cambria"/>
                <a:sym typeface="Cambria"/>
              </a:rPr>
              <a:t>College Name: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63;p14">
            <a:extLst>
              <a:ext uri="{FF2B5EF4-FFF2-40B4-BE49-F238E27FC236}">
                <a16:creationId xmlns:a16="http://schemas.microsoft.com/office/drawing/2014/main" id="{FAD1CA7D-80C7-4064-BE4B-A527326067EC}"/>
              </a:ext>
            </a:extLst>
          </p:cNvPr>
          <p:cNvSpPr txBox="1"/>
          <p:nvPr/>
        </p:nvSpPr>
        <p:spPr>
          <a:xfrm>
            <a:off x="691100" y="2127725"/>
            <a:ext cx="2449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mbria"/>
                <a:ea typeface="Cambria"/>
                <a:cs typeface="Cambria"/>
                <a:sym typeface="Cambria"/>
              </a:rPr>
              <a:t>Problem Statement:</a:t>
            </a:r>
            <a:endParaRPr sz="1800" b="1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371975" y="346325"/>
            <a:ext cx="8375700" cy="192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71975" y="2871650"/>
            <a:ext cx="8375700" cy="192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796050" y="936350"/>
            <a:ext cx="20655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Solution comes here: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257975" y="3440400"/>
            <a:ext cx="26037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Technology Stack: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371975" y="346325"/>
            <a:ext cx="8375700" cy="192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384150" y="2910150"/>
            <a:ext cx="8375700" cy="192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796050" y="936350"/>
            <a:ext cx="15519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Use Cases: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520475" y="3609150"/>
            <a:ext cx="2315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Dependencies: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On-screen Show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Cambria</vt:lpstr>
      <vt:lpstr>Simple Light</vt:lpstr>
      <vt:lpstr>CSI Hackathon 2K19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 Hackathon 2K19</dc:title>
  <cp:lastModifiedBy>Chandu Parmar</cp:lastModifiedBy>
  <cp:revision>1</cp:revision>
  <dcterms:modified xsi:type="dcterms:W3CDTF">2019-01-20T15:16:33Z</dcterms:modified>
</cp:coreProperties>
</file>